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  <c:pt idx="4">
                    <c:v>SVM</c:v>
                  </c:pt>
                  <c:pt idx="5">
                    <c:v>Log. Reg.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82</c:v>
                </c:pt>
                <c:pt idx="2">
                  <c:v>81</c:v>
                </c:pt>
                <c:pt idx="3">
                  <c:v>82</c:v>
                </c:pt>
                <c:pt idx="4">
                  <c:v>76</c:v>
                </c:pt>
                <c:pt idx="5">
                  <c:v>68</c:v>
                </c:pt>
                <c:pt idx="6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Decision Tree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LightGBM</c:v>
                  </c:pt>
                  <c:pt idx="4">
                    <c:v>SVM</c:v>
                  </c:pt>
                  <c:pt idx="5">
                    <c:v>Log. Reg.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78</c:v>
                </c:pt>
                <c:pt idx="1">
                  <c:v>80</c:v>
                </c:pt>
                <c:pt idx="2">
                  <c:v>79</c:v>
                </c:pt>
                <c:pt idx="3">
                  <c:v>80</c:v>
                </c:pt>
                <c:pt idx="4">
                  <c:v>74</c:v>
                </c:pt>
                <c:pt idx="5">
                  <c:v>66</c:v>
                </c:pt>
                <c:pt idx="6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Filtering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Applicant Tracking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 and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Dikshit Singla  ·  Ankit Goel  ·  Ankush  ·  Rao Faeez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3308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TF-IDF  ·  Cosine Similarity  ·  Machine Learning  ·  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9"/>
          </a:solidFill>
          <a:ln w="12700">
            <a:solidFill>
              <a:srgbClr val="0A152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990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ATS systems fall short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8775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4414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8072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techniques and research gaps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2044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764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301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95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pipeline overview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4300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3990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252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6184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TF-IDF, Cosine Similarity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33172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3172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58775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4414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8072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Precision-Recall, Model Comparison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411480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7764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6301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9959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work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ATS Fails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hundreds of resumes per opening. Conventional ATS uses simple keyword matching — failing to understand semantic context, resulting in: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114800" cy="105156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1226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68296"/>
            <a:ext cx="395020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candidates rejected due to vocabulary mismatch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'ML engineer' vs 'machine learning specialist')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4114800" cy="105156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5740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11226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2368296"/>
            <a:ext cx="395020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Keyword-stuffed resumes pass the filter despite low actual fit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114800" cy="105156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0098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557016"/>
            <a:ext cx="395020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introduces subjectivity, inconsistency &amp; fatigue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4114800" cy="105156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461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30098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557016"/>
            <a:ext cx="395020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cannot handle high-volume hiring at speed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term importance for document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measure of text-vector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text classification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High-margin classifier for text categorisation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Transformers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Context-aware deep bidirectional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semantic word representations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789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68880" y="10789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10789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Bias in training data · Limited soft-skill evaluation · Domain vocabulary gaps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3832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9344"/>
            <a:ext cx="24688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809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Input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5176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609344"/>
            <a:ext cx="24688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737360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359152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&amp; Parsing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980944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9809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602736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651760" cy="33832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609344"/>
            <a:ext cx="24688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737360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(PDF/DOCX)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359152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2980944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9809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Engine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602736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60273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/analyze Endpoint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2697480"/>
            <a:ext cx="3200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31336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0840" y="2697480"/>
            <a:ext cx="32004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(Resume Files) &amp; Database (Job Data) underpin all tiers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The AI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5448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704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12801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8716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/ DOCX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docx2txt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10512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1097280"/>
            <a:ext cx="1554480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1704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84832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30552" y="2395728"/>
            <a:ext cx="12801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248716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· Remove Stopwords · Lemmatize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(NLTK / spaCy)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9584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12464" y="1097280"/>
            <a:ext cx="155448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5384" y="11704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9624" y="2395728"/>
            <a:ext cx="12801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248716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TF-IDF(t,d) = TF(t,d) × IDF(t)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48656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31536" y="1097280"/>
            <a:ext cx="1554480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34456" y="11704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34456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22976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68696" y="2395728"/>
            <a:ext cx="12801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248716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= A·B / (‖A‖·‖B‖)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scikit-learn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67728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50608" y="1097280"/>
            <a:ext cx="155448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53528" y="11704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42048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87768" y="2395728"/>
            <a:ext cx="12801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48716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 (desc)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Logistic Reg. / NB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Accuracy Comparison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118872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1106424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99048" y="1362456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LightGBM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testing accuracy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2395728"/>
            <a:ext cx="2834640" cy="118872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395728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9048" y="245059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99048" y="2706624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maintains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at full recall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3739896"/>
            <a:ext cx="2834640" cy="118872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739896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379476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99048" y="4050792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or XGBoost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 deployment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84048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 + TN) / (TP+TN+FP+FN)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84048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727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positives predicted, % truly positive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384048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01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% correctly found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41148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3464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310128"/>
            <a:ext cx="384048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101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 × R) / (P + 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NLP significantly outperforms keyword-only ATS screening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9397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665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delivers context-aware candidate ranking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LightGBM achieve ~80% test 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26440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369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reduces recruiter effort and screening bias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8496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221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microservice architecture integrates with existing ATS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36576" cy="3566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508760"/>
            <a:ext cx="39776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508760"/>
            <a:ext cx="64008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6362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1819656"/>
            <a:ext cx="3813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semantic embeddings for deeper understanding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377440"/>
            <a:ext cx="39776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377440"/>
            <a:ext cx="64008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43230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0328" y="2688336"/>
            <a:ext cx="3813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module to flag and mitigate demographic bias in rankings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39776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246120"/>
            <a:ext cx="64008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30098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0328" y="3557016"/>
            <a:ext cx="3813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non-English resumes via multilingual NLP models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4114800"/>
            <a:ext cx="39776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4114800"/>
            <a:ext cx="64008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4169664"/>
            <a:ext cx="3813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0328" y="4425696"/>
            <a:ext cx="3813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decisions retrain the model continuously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48188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Dikshit Singla  ·  Ankit Goel  ·  Ankush  ·  Rao Faeez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Institute of Engineering and Technology  |  2024–25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9"/>
          </a:solidFill>
          <a:ln w="12700">
            <a:solidFill>
              <a:srgbClr val="0A152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Filtering in ATS</dc:title>
  <dc:subject>PptxGenJS Presentation</dc:subject>
  <dc:creator>PptxGenJS</dc:creator>
  <cp:lastModifiedBy>PptxGenJS</cp:lastModifiedBy>
  <cp:revision>1</cp:revision>
  <dcterms:created xsi:type="dcterms:W3CDTF">2026-04-28T04:32:56Z</dcterms:created>
  <dcterms:modified xsi:type="dcterms:W3CDTF">2026-04-28T04:32:56Z</dcterms:modified>
</cp:coreProperties>
</file>